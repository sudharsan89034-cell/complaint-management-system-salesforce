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arsan A" userId="9fa9a0f3a195abea" providerId="LiveId" clId="{6774ACC5-AF74-4FBA-858D-CBEF2184CEBF}"/>
    <pc:docChg chg="undo custSel modSld">
      <pc:chgData name="Sudharsan A" userId="9fa9a0f3a195abea" providerId="LiveId" clId="{6774ACC5-AF74-4FBA-858D-CBEF2184CEBF}" dt="2026-06-06T05:44:04.964" v="13" actId="478"/>
      <pc:docMkLst>
        <pc:docMk/>
      </pc:docMkLst>
      <pc:sldChg chg="delSp modSp mod">
        <pc:chgData name="Sudharsan A" userId="9fa9a0f3a195abea" providerId="LiveId" clId="{6774ACC5-AF74-4FBA-858D-CBEF2184CEBF}" dt="2026-06-05T10:08:44.858" v="1" actId="478"/>
        <pc:sldMkLst>
          <pc:docMk/>
          <pc:sldMk cId="0" sldId="256"/>
        </pc:sldMkLst>
        <pc:picChg chg="del mod">
          <ac:chgData name="Sudharsan A" userId="9fa9a0f3a195abea" providerId="LiveId" clId="{6774ACC5-AF74-4FBA-858D-CBEF2184CEBF}" dt="2026-06-05T10:08:44.858" v="1" actId="478"/>
          <ac:picMkLst>
            <pc:docMk/>
            <pc:sldMk cId="0" sldId="256"/>
            <ac:picMk id="4" creationId="{00000000-0000-0000-0000-000000000000}"/>
          </ac:picMkLst>
        </pc:picChg>
      </pc:sldChg>
      <pc:sldChg chg="addSp delSp mod">
        <pc:chgData name="Sudharsan A" userId="9fa9a0f3a195abea" providerId="LiveId" clId="{6774ACC5-AF74-4FBA-858D-CBEF2184CEBF}" dt="2026-06-06T05:44:04.964" v="13" actId="478"/>
        <pc:sldMkLst>
          <pc:docMk/>
          <pc:sldMk cId="0" sldId="257"/>
        </pc:sldMkLst>
        <pc:picChg chg="add del">
          <ac:chgData name="Sudharsan A" userId="9fa9a0f3a195abea" providerId="LiveId" clId="{6774ACC5-AF74-4FBA-858D-CBEF2184CEBF}" dt="2026-06-06T05:44:04.964" v="13" actId="478"/>
          <ac:picMkLst>
            <pc:docMk/>
            <pc:sldMk cId="0" sldId="257"/>
            <ac:picMk id="5" creationId="{00000000-0000-0000-0000-000000000000}"/>
          </ac:picMkLst>
        </pc:picChg>
      </pc:sldChg>
      <pc:sldChg chg="delSp mod">
        <pc:chgData name="Sudharsan A" userId="9fa9a0f3a195abea" providerId="LiveId" clId="{6774ACC5-AF74-4FBA-858D-CBEF2184CEBF}" dt="2026-06-05T10:11:43.270" v="11" actId="478"/>
        <pc:sldMkLst>
          <pc:docMk/>
          <pc:sldMk cId="0" sldId="261"/>
        </pc:sldMkLst>
        <pc:picChg chg="del">
          <ac:chgData name="Sudharsan A" userId="9fa9a0f3a195abea" providerId="LiveId" clId="{6774ACC5-AF74-4FBA-858D-CBEF2184CEBF}" dt="2026-06-05T10:11:43.270" v="11" actId="478"/>
          <ac:picMkLst>
            <pc:docMk/>
            <pc:sldMk cId="0" sldId="261"/>
            <ac:picMk id="5" creationId="{00000000-0000-0000-0000-000000000000}"/>
          </ac:picMkLst>
        </pc:picChg>
      </pc:sldChg>
      <pc:sldChg chg="modSp mod">
        <pc:chgData name="Sudharsan A" userId="9fa9a0f3a195abea" providerId="LiveId" clId="{6774ACC5-AF74-4FBA-858D-CBEF2184CEBF}" dt="2026-06-06T03:59:23.171" v="12" actId="1076"/>
        <pc:sldMkLst>
          <pc:docMk/>
          <pc:sldMk cId="0" sldId="266"/>
        </pc:sldMkLst>
        <pc:spChg chg="mod">
          <ac:chgData name="Sudharsan A" userId="9fa9a0f3a195abea" providerId="LiveId" clId="{6774ACC5-AF74-4FBA-858D-CBEF2184CEBF}" dt="2026-06-05T10:09:05.751" v="4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Sudharsan A" userId="9fa9a0f3a195abea" providerId="LiveId" clId="{6774ACC5-AF74-4FBA-858D-CBEF2184CEBF}" dt="2026-06-06T03:59:23.171" v="12" actId="1076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28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21929"/>
          </a:solidFill>
          <a:ln w="12700">
            <a:solidFill>
              <a:srgbClr val="021929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943600" y="3017520"/>
            <a:ext cx="22860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400800" y="182880"/>
            <a:ext cx="1645920" cy="1645920"/>
          </a:xfrm>
          <a:prstGeom prst="ellipse">
            <a:avLst/>
          </a:prstGeom>
          <a:solidFill>
            <a:srgbClr val="00A1E0">
              <a:alpha val="15000"/>
            </a:srgbClr>
          </a:solidFill>
          <a:ln w="12700">
            <a:solidFill>
              <a:srgbClr val="00A1E0">
                <a:alpha val="4000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772400" y="2286000"/>
            <a:ext cx="1097280" cy="1097280"/>
          </a:xfrm>
          <a:prstGeom prst="ellipse">
            <a:avLst/>
          </a:prstGeom>
          <a:solidFill>
            <a:srgbClr val="1B96FF">
              <a:alpha val="20000"/>
            </a:srgbClr>
          </a:solidFill>
          <a:ln w="12700">
            <a:solidFill>
              <a:srgbClr val="1B96FF">
                <a:alpha val="4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640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4200" dirty="0"/>
          </a:p>
        </p:txBody>
      </p:sp>
      <p:sp>
        <p:nvSpPr>
          <p:cNvPr id="9" name="Text 5"/>
          <p:cNvSpPr/>
          <p:nvPr/>
        </p:nvSpPr>
        <p:spPr>
          <a:xfrm>
            <a:off x="411480" y="129844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2800" dirty="0"/>
          </a:p>
        </p:txBody>
      </p:sp>
      <p:sp>
        <p:nvSpPr>
          <p:cNvPr id="10" name="Shape 6"/>
          <p:cNvSpPr/>
          <p:nvPr/>
        </p:nvSpPr>
        <p:spPr>
          <a:xfrm>
            <a:off x="411480" y="2057400"/>
            <a:ext cx="4114800" cy="36576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1148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0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Using Salesforce Platform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11480" y="3108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34015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SUDHARSAN A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CRM Platform  |  Customer Service Domain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" y="123444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34440"/>
            <a:ext cx="1965960" cy="1828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08760"/>
            <a:ext cx="685800" cy="685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148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Platform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29768" y="2816352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Salesforce cloud — accessible anywhere, anytime with enterprise security.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68880" y="123444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468880" y="1234440"/>
            <a:ext cx="1965960" cy="1828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50876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Process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578608" y="2816352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complaints routed through a single, trackable system for full visibility.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617720" y="123444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17720" y="1234440"/>
            <a:ext cx="1965960" cy="18288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508760"/>
            <a:ext cx="685800" cy="6858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0916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Resolution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4727448" y="2816352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workflows eliminate manual steps and speed up complaint closure.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766560" y="1234440"/>
            <a:ext cx="19659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766560" y="1234440"/>
            <a:ext cx="1965960" cy="1828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508760"/>
            <a:ext cx="685800" cy="6858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0" y="22860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Visibility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876288" y="2816352"/>
            <a:ext cx="175564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reports and dashboards give management instant insight into issues.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0" y="1143000"/>
            <a:ext cx="2011680" cy="2011680"/>
          </a:xfrm>
          <a:prstGeom prst="ellipse">
            <a:avLst/>
          </a:prstGeom>
          <a:solidFill>
            <a:srgbClr val="FFF0EB"/>
          </a:solidFill>
          <a:ln w="12700">
            <a:solidFill>
              <a:srgbClr val="FFD0B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41732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1143000"/>
            <a:ext cx="5943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4300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Delays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15087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complaint handling creates bottlenecks, causing significant resolution delays and poor customer experience.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057400"/>
            <a:ext cx="5943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05740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2057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Record Monitoring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24231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central system, complaint records are scattered and difficult to track or audit effectively.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0040" y="2971800"/>
            <a:ext cx="5943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0040" y="297180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29718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30175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Tracking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3375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centralized tracking means issues fall through the cracks and accountability is unclear.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20040" y="3886200"/>
            <a:ext cx="5943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0040" y="3886200"/>
            <a:ext cx="502920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4400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Automation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14400" y="425196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automated notifications, high-priority complaints may go unnoticed, escalating unresolved.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of the Project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60520" cy="109728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389888"/>
            <a:ext cx="594360" cy="594360"/>
          </a:xfrm>
          <a:prstGeom prst="ellipse">
            <a:avLst/>
          </a:prstGeom>
          <a:solidFill>
            <a:srgbClr val="00A1E0">
              <a:alpha val="15000"/>
            </a:srgbClr>
          </a:solidFill>
          <a:ln w="12700">
            <a:solidFill>
              <a:srgbClr val="00A1E0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426464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8988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Management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4632" y="1901952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complaints efficiently with structured workflows and clear ownership at every stage.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11887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188720"/>
            <a:ext cx="416052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9472" y="1389888"/>
            <a:ext cx="594360" cy="59436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1426464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8988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919472" y="1901952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complaint information in a single Salesforce object, ensuring easy retrieval and consistency.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20040" y="30175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20040" y="3017520"/>
            <a:ext cx="416052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4632" y="3218688"/>
            <a:ext cx="594360" cy="59436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255264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21868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4632" y="3730752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automatic email alerts for high-priority complaints using Apex Triggers, ensuring zero missed cases.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754880" y="30175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017520"/>
            <a:ext cx="4160520" cy="109728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9472" y="3218688"/>
            <a:ext cx="594360" cy="594360"/>
          </a:xfrm>
          <a:prstGeom prst="ellipse">
            <a:avLst/>
          </a:prstGeom>
          <a:solidFill>
            <a:srgbClr val="00C875">
              <a:alpha val="15000"/>
            </a:srgbClr>
          </a:solidFill>
          <a:ln w="12700">
            <a:solidFill>
              <a:srgbClr val="00C875">
                <a:alpha val="30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255264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21868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Improvement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919472" y="3730752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improve the complaint management lifecycle with data-driven insights from reports and dashboards.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640080" y="731520"/>
            <a:ext cx="22860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32461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4251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69080" y="640080"/>
            <a:ext cx="4663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69080" y="640080"/>
            <a:ext cx="73152" cy="123444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60520" y="7315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663440" y="7315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Issue Handling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87952" y="118872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 complaints are captured, categorized, and routed to the right team instantly.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069080" y="2103120"/>
            <a:ext cx="4663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069080" y="2103120"/>
            <a:ext cx="73152" cy="123444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194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663440" y="21945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Quality Support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187952" y="265176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complaint data helps identify service gaps and drive quality improvements.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69080" y="3566160"/>
            <a:ext cx="46634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069080" y="3566160"/>
            <a:ext cx="73152" cy="123444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60520" y="36576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663440" y="36576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Support Management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187952" y="4114800"/>
            <a:ext cx="4434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gain full visibility with dashboards to track status, volume, and resolution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2377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2377440"/>
            <a:ext cx="228600" cy="105156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Objects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Fields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377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2377440"/>
            <a:ext cx="228600" cy="10515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1188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237744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26480" y="2377440"/>
            <a:ext cx="228600" cy="10515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5146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6118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3611880"/>
            <a:ext cx="228600" cy="105156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749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291840" y="36118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91840" y="3611880"/>
            <a:ext cx="228600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11880" y="3749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26480" y="3611880"/>
            <a:ext cx="25603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3611880"/>
            <a:ext cx="228600" cy="1051560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37490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60120" y="1188720"/>
            <a:ext cx="914400" cy="914400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Complaint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20240" y="1609344"/>
            <a:ext cx="548640" cy="73152"/>
          </a:xfrm>
          <a:prstGeom prst="rect">
            <a:avLst/>
          </a:prstGeom>
          <a:solidFill>
            <a:srgbClr val="00A1E0">
              <a:alpha val="60000"/>
            </a:srgbClr>
          </a:solidFill>
          <a:ln w="12700">
            <a:solidFill>
              <a:srgbClr val="00A1E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63240" y="1188720"/>
            <a:ext cx="914400" cy="91440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6324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Stored in Salesforce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023360" y="1609344"/>
            <a:ext cx="548640" cy="73152"/>
          </a:xfrm>
          <a:prstGeom prst="rect">
            <a:avLst/>
          </a:prstGeom>
          <a:solidFill>
            <a:srgbClr val="7B61FF">
              <a:alpha val="60000"/>
            </a:srgbClr>
          </a:solidFill>
          <a:ln w="12700">
            <a:solidFill>
              <a:srgbClr val="7B61FF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188720"/>
            <a:ext cx="914400" cy="91440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663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1772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Assigned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609344"/>
            <a:ext cx="548640" cy="73152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69480" y="1188720"/>
            <a:ext cx="914400" cy="91440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720840" y="2148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Detected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0" y="2926080"/>
            <a:ext cx="914400" cy="914400"/>
          </a:xfrm>
          <a:prstGeom prst="ellipse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1168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Trigger Executes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71800" y="3346704"/>
            <a:ext cx="548640" cy="73152"/>
          </a:xfrm>
          <a:prstGeom prst="rect">
            <a:avLst/>
          </a:prstGeom>
          <a:solidFill>
            <a:srgbClr val="00C875">
              <a:alpha val="60000"/>
            </a:srgbClr>
          </a:solidFill>
          <a:ln w="12700">
            <a:solidFill>
              <a:srgbClr val="00C875">
                <a:alpha val="6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2926080"/>
            <a:ext cx="914400" cy="914400"/>
          </a:xfrm>
          <a:prstGeom prst="ellipse">
            <a:avLst/>
          </a:prstGeom>
          <a:solidFill>
            <a:srgbClr val="0078D7"/>
          </a:solidFill>
          <a:ln w="12700">
            <a:solidFill>
              <a:srgbClr val="0078D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56616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 Sent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3346704"/>
            <a:ext cx="548640" cy="73152"/>
          </a:xfrm>
          <a:prstGeom prst="rect">
            <a:avLst/>
          </a:prstGeom>
          <a:solidFill>
            <a:srgbClr val="0078D7">
              <a:alpha val="60000"/>
            </a:srgbClr>
          </a:solidFill>
          <a:ln w="12700">
            <a:solidFill>
              <a:srgbClr val="0078D7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926080"/>
            <a:ext cx="914400" cy="914400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17920" y="2926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69280" y="38862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 Updated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128016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4612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143000"/>
            <a:ext cx="2743200" cy="1280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430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72200" y="1143000"/>
            <a:ext cx="2743200" cy="12801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3063240"/>
            <a:ext cx="2743200" cy="128016"/>
          </a:xfrm>
          <a:prstGeom prst="rect">
            <a:avLst/>
          </a:prstGeom>
          <a:solidFill>
            <a:srgbClr val="1B96FF"/>
          </a:solidFill>
          <a:ln w="12700">
            <a:solidFill>
              <a:srgbClr val="1B9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3063240"/>
            <a:ext cx="2743200" cy="12801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306324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3063240"/>
            <a:ext cx="2743200" cy="128016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0A1E0">
              <a:alpha val="15000"/>
            </a:srgbClr>
          </a:solidFill>
          <a:ln w="12700">
            <a:solidFill>
              <a:srgbClr val="00A1E0">
                <a:alpha val="30000"/>
              </a:srgbClr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08176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97280" y="13441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Management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198424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on complaint records with custom fields for all key attributes.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383280" y="1371600"/>
            <a:ext cx="548640" cy="54864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08176"/>
            <a:ext cx="457200" cy="4572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023360" y="13441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Management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3383280" y="198424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field drives automated escalation for urgent complaints.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309360" y="1371600"/>
            <a:ext cx="548640" cy="548640"/>
          </a:xfrm>
          <a:prstGeom prst="ellipse">
            <a:avLst/>
          </a:prstGeom>
          <a:solidFill>
            <a:srgbClr val="7B61FF">
              <a:alpha val="15000"/>
            </a:srgbClr>
          </a:solidFill>
          <a:ln w="12700">
            <a:solidFill>
              <a:srgbClr val="7B61FF">
                <a:alpha val="30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408176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49440" y="134416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Assignment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309360" y="198424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relationship links each complaint directly to a responsible user.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383280" y="3291840"/>
            <a:ext cx="548640" cy="548640"/>
          </a:xfrm>
          <a:prstGeom prst="ellipse">
            <a:avLst/>
          </a:prstGeom>
          <a:solidFill>
            <a:srgbClr val="E8A838">
              <a:alpha val="15000"/>
            </a:srgbClr>
          </a:solidFill>
          <a:ln w="12700">
            <a:solidFill>
              <a:srgbClr val="E8A838">
                <a:alpha val="3000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328416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023360" y="3264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3383280" y="390448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report highlights all high-priority complaints for management review.</a:t>
            </a:r>
            <a:endParaRPr lang="en-US" sz="950" dirty="0"/>
          </a:p>
        </p:txBody>
      </p:sp>
      <p:sp>
        <p:nvSpPr>
          <p:cNvPr id="35" name="Shape 29"/>
          <p:cNvSpPr/>
          <p:nvPr/>
        </p:nvSpPr>
        <p:spPr>
          <a:xfrm>
            <a:off x="6309360" y="3291840"/>
            <a:ext cx="548640" cy="548640"/>
          </a:xfrm>
          <a:prstGeom prst="ellipse">
            <a:avLst/>
          </a:prstGeom>
          <a:solidFill>
            <a:srgbClr val="00C875">
              <a:alpha val="15000"/>
            </a:srgbClr>
          </a:solidFill>
          <a:ln w="12700">
            <a:solidFill>
              <a:srgbClr val="00C875">
                <a:alpha val="30000"/>
              </a:srgbClr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328416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49440" y="3264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Visualization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6309360" y="390448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delivers live KPIs and complaint volume at a glance.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457200" y="3291840"/>
            <a:ext cx="548640" cy="548640"/>
          </a:xfrm>
          <a:prstGeom prst="ellipse">
            <a:avLst/>
          </a:prstGeom>
          <a:solidFill>
            <a:srgbClr val="1B96FF">
              <a:alpha val="15000"/>
            </a:srgbClr>
          </a:solidFill>
          <a:ln w="12700">
            <a:solidFill>
              <a:srgbClr val="1B96FF">
                <a:alpha val="30000"/>
              </a:srgbClr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328416"/>
            <a:ext cx="457200" cy="4572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1097280" y="326440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457200" y="3904488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Trigger sends instant email alerts when high-priority cases are created.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and Fields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828800" cy="1828800"/>
          </a:xfrm>
          <a:prstGeom prst="ellipse">
            <a:avLst/>
          </a:prstGeom>
          <a:solidFill>
            <a:srgbClr val="032D60"/>
          </a:solidFill>
          <a:ln w="12700">
            <a:solidFill>
              <a:srgbClr val="00A1E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31089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032D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743200" y="1143000"/>
            <a:ext cx="6080760" cy="384048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88920" y="1161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161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37960" y="11612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0" y="1536192"/>
            <a:ext cx="6080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88920" y="16093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ID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846320" y="16093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Number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537960" y="160934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0" y="2066544"/>
            <a:ext cx="6080760" cy="512064"/>
          </a:xfrm>
          <a:prstGeom prst="rect">
            <a:avLst/>
          </a:prstGeom>
          <a:solidFill>
            <a:srgbClr val="F0F6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88920" y="21396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Name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846320" y="213969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37960" y="2139696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title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0" y="2596896"/>
            <a:ext cx="6080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88920" y="2670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846320" y="26700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537960" y="26700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complaint details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0" y="3127248"/>
            <a:ext cx="6080760" cy="512064"/>
          </a:xfrm>
          <a:prstGeom prst="rect">
            <a:avLst/>
          </a:prstGeom>
          <a:solidFill>
            <a:srgbClr val="F0F6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88920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846320" y="3200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537960" y="320040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743200" y="3657600"/>
            <a:ext cx="60807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88920" y="3730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46320" y="37307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Picklist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37960" y="3730752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In Progress / Closed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743200" y="4187952"/>
            <a:ext cx="6080760" cy="512064"/>
          </a:xfrm>
          <a:prstGeom prst="rect">
            <a:avLst/>
          </a:prstGeom>
          <a:solidFill>
            <a:srgbClr val="F0F6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88920" y="4261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Notes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846320" y="426110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37960" y="4261104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from resolution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32D60"/>
          </a:solidFill>
          <a:ln w="12700">
            <a:solidFill>
              <a:srgbClr val="032D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4023360" cy="128016"/>
          </a:xfrm>
          <a:prstGeom prst="rect">
            <a:avLst/>
          </a:prstGeom>
          <a:solidFill>
            <a:srgbClr val="0078D7"/>
          </a:solidFill>
          <a:ln w="12700">
            <a:solidFill>
              <a:srgbClr val="0078D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533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0" y="2359152"/>
            <a:ext cx="640080" cy="9326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737360" y="2743200"/>
            <a:ext cx="640080" cy="5486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3736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0" y="3017520"/>
            <a:ext cx="640080" cy="274320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0" y="3337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11480" y="3703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Complaints Report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11480" y="4069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volume by priority level for quick escalation decisions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63440" y="1143000"/>
            <a:ext cx="4160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143000"/>
            <a:ext cx="4160520" cy="128016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325880"/>
            <a:ext cx="594360" cy="594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68112" y="13533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5303520" y="1965960"/>
            <a:ext cx="1645920" cy="1645920"/>
          </a:xfrm>
          <a:prstGeom prst="ellipse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32120" y="2194560"/>
            <a:ext cx="1188720" cy="11887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532120" y="21945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</a:rPr>
              <a:t>KPI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132320" y="2057400"/>
            <a:ext cx="201168" cy="2560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88352" y="20116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35%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132320" y="2496312"/>
            <a:ext cx="201168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388352" y="2450592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Med: 45%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132320" y="2935224"/>
            <a:ext cx="201168" cy="256032"/>
          </a:xfrm>
          <a:prstGeom prst="rect">
            <a:avLst/>
          </a:prstGeom>
          <a:solidFill>
            <a:srgbClr val="00C875"/>
          </a:solidFill>
          <a:ln w="12700">
            <a:solidFill>
              <a:srgbClr val="00C87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388352" y="2889504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20%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736592" y="3749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Better monitoring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4736592" y="40965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analysis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736592" y="44439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Quick identification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Complaint Management System  |  Salesforce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2D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0A1E0">
              <a:alpha val="12000"/>
            </a:srgbClr>
          </a:solidFill>
          <a:ln w="12700">
            <a:solidFill>
              <a:srgbClr val="00A1E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B96FF">
              <a:alpha val="10000"/>
            </a:srgbClr>
          </a:solidFill>
          <a:ln w="12700">
            <a:solidFill>
              <a:srgbClr val="1B96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114800" cy="4572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92608" cy="292608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124712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complete Salesforce-based complaint management solution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292608" cy="292608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01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1783080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Apex automation for smart, priority-driven email notifications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59736"/>
            <a:ext cx="292608" cy="292608"/>
          </a:xfrm>
          <a:prstGeom prst="ellipse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597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441448"/>
            <a:ext cx="7955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in Salesforce development and CRM architecture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816352"/>
            <a:ext cx="8138160" cy="1673352"/>
          </a:xfrm>
          <a:prstGeom prst="rect">
            <a:avLst/>
          </a:prstGeom>
          <a:solidFill>
            <a:srgbClr val="06294A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3464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7955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Process  </a:t>
            </a:r>
            <a:r>
              <a:rPr lang="en-US" sz="1100" dirty="0">
                <a:solidFill>
                  <a:srgbClr val="8AB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Structured multi-level approval workflows for complaint escalations.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AB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Predictive insights and trend analysis for proactive service improvements.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Thank You  |  Sudharsan A  |  Salesforce CMS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621</Words>
  <Application>Microsoft Office PowerPoint</Application>
  <PresentationFormat>On-screen Show (16:9)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Complaint Management System - Salesforce</dc:title>
  <dc:subject>PptxGenJS Presentation</dc:subject>
  <dc:creator>PptxGenJS</dc:creator>
  <cp:lastModifiedBy>Sudharsan A</cp:lastModifiedBy>
  <cp:revision>1</cp:revision>
  <dcterms:created xsi:type="dcterms:W3CDTF">2026-06-05T09:42:02Z</dcterms:created>
  <dcterms:modified xsi:type="dcterms:W3CDTF">2026-06-06T05:44:15Z</dcterms:modified>
</cp:coreProperties>
</file>